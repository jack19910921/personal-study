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AI Agent 技术趋势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Key point 1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Key point 2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Context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History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Current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Finding 1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Finding 2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Finding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Action 1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Action 2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Action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Timeline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Resources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