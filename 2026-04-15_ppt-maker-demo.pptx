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AI Agent 技术趋势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>
                <a:solidFill>
                  <a:srgbClr val="CCDDEE"/>
                </a:solidFill>
                <a:latin typeface="Arial"/>
              </a:defRPr>
            </a:pPr>
            <a:r>
              <a:t>Deep Dive &amp;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  <a:latin typeface="Arial"/>
              </a:defRPr>
            </a:pPr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What is this about?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Why it matters now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Key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99999"/>
                </a:solidFill>
                <a:latin typeface="Arial"/>
              </a:defRPr>
            </a:pPr>
            <a:r>
              <a:t>2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Arial"/>
              </a:defRPr>
            </a:pPr>
            <a:r>
              <a:t>2026-04-15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  <a:latin typeface="Arial"/>
              </a:defRPr>
            </a:pPr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Current landscape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Key challenges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Opportunity areas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99999"/>
                </a:solidFill>
                <a:latin typeface="Arial"/>
              </a:defRPr>
            </a:pPr>
            <a:r>
              <a:t>3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Arial"/>
              </a:defRPr>
            </a:pPr>
            <a:r>
              <a:t>2026-04-15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  <a:latin typeface="Arial"/>
              </a:defRPr>
            </a:pPr>
            <a:r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Data-driven insights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Key findings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Implications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99999"/>
                </a:solidFill>
                <a:latin typeface="Arial"/>
              </a:defRPr>
            </a:pPr>
            <a:r>
              <a:t>4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Arial"/>
              </a:defRPr>
            </a:pPr>
            <a:r>
              <a:t>2026-04-15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  <a:latin typeface="Arial"/>
              </a:defRPr>
            </a:pPr>
            <a:r>
              <a:t>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Recommended approach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Implementation roadmap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Expected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99999"/>
                </a:solidFill>
                <a:latin typeface="Arial"/>
              </a:defRPr>
            </a:pPr>
            <a:r>
              <a:t>5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Arial"/>
              </a:defRPr>
            </a:pPr>
            <a:r>
              <a:t>2026-04-15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A90D9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4A90D9"/>
                </a:solidFill>
                <a:latin typeface="Arial"/>
              </a:defRPr>
            </a:pPr>
            <a:r>
              <a:t>Thank You</a:t>
            </a:r>
          </a:p>
          <a:p>
            <a:pPr algn="ctr">
              <a:spcBef>
                <a:spcPts val="2000"/>
              </a:spcBef>
              <a:defRPr sz="2000">
                <a:solidFill>
                  <a:srgbClr val="CCDDEE"/>
                </a:solidFill>
                <a:latin typeface="Arial"/>
              </a:defRPr>
            </a:pPr>
            <a: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