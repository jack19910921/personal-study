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Hermes Agent 深度解读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0E0E0"/>
                </a:solidFill>
              </a:defRPr>
            </a:pPr>
            <a:r>
              <a:t>NousResearch 自进化 AI Agent 框架</a:t>
            </a:r>
          </a:p>
          <a:p>
            <a:pPr>
              <a:defRPr>
                <a:solidFill>
                  <a:srgbClr val="E0E0E0"/>
                </a:solidFill>
              </a:defRPr>
            </a:pPr>
            <a:r>
              <a:t>Personal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一句话总结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自带"自我进化闭环"的多平台 AI Agent 框架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通过后台独立 Agent 定期回顾对话历史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自动将经验沉淀为 Skill（操作技能）和 Memory（用户画像）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跨会话持续改进知识，完全通过运行时回顾实现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它解决什么问题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每次对话从零开始：SQLite + FTS5 跨会话搜索 + 持久化记忆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重复任务重复试错：自动从复杂任务中提取 Skill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只支持单一界面：单一 Gateway 同时服务 14+ 平台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模型锁定：200+ 模型热切换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Prompt 缓存经常断裂：四层保护策略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上下文窗口不够用：自动压缩（保护 head/tail + 摘要中间）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API 不稳定：错误分类 + 凭证池 + 降级链 + 抖动退避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核心对话循环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用户消息 → 构建 14 层系统提示 → 主循环开始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检查中断 → 准备 API 消息 → 应用 Prompt 缓存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调用 LLM API（3 次重试、降级链、流式）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如果 tool_calls → 并行/串行执行工具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如果纯文本回复 → 循环结束 → 持久化 → 后台审查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默认 max_iterations = 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自我进化机制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Memory 回顾触发：每 10 轮用户对话自动审查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Skill 回顾触发：每 10 次工具调用迭代自动审查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触发后 fork 一个完整的 AIAgent 后台实例（max_iterations=8）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发送审查提示词 → 判断是否值得保存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Memory 保存：写入 MEMORY.md / USER.md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Skill 保存：创建/更新 ~/.hermes/skills/ 目录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下次会话启动时加载新快照到系统提示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Prompt Engineering（14 层组装）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Agent 身份 → 工具行为指南 → Nous 订阅 → 工具执行纪律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模型特定指南 → 用户/网关提示 → 持久记忆快照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外部记忆 → Skills 索引 → 上下文文件 → 时间戳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模型身份修正 → 环境提示 → 平台提示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顺序不可变，保证缓存前缀稳定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Context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可插拔 Context Engine 架构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ContextCompressor 算法：裁剪旧输出 → 保护头部 → 保护尾部 → 摘要中间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三级压力管理：85% 信息提示 → 95% 严重警告 → 100% 自动压缩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关键设计：不向 LLM 注入压力警告，避免模型放弃复杂任务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Harness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错误分类器：结构化分类 9 种错误类型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凭证池：fill_first / round_robin / random / least_used 四种策略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降级链：主 Provider 失败 → 分类 → 重试/轮换/降级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智能模型路由：简单对话自动使用廉价模型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多 API Mode：chat_completions / codex_responses / anthropic_messages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RL 训练基础设施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两阶段架构：Phase 1 OpenAI Server → Phase 2 VLLM ManagedServer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HermesAgentLoop：独立的 RL 对话引擎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12 种 Tool Call Parser：适配不同模型家族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ToolContext：Reward 函数全工具访问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同类项目对比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关键文件索引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run_agent.py（~8,400+ 行）：AIAgent 核心循环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cli.py（~10,000+ 行）：HermesCLI 交互 TUI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gateway/run.py（~2,000+ 行）：消息网关主循环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agent/prompt_builder.py（~400+ 行）：系统提示词组装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agent/context_compressor.py（~300+ 行）：上下文压缩引擎</a:t>
            </a:r>
          </a:p>
          <a:p>
            <a:pPr>
              <a:defRPr sz="1800">
                <a:solidFill>
                  <a:srgbClr val="E0E0E0"/>
                </a:solidFill>
                <a:latin typeface="SF Pro Text"/>
              </a:defRPr>
            </a:pPr>
            <a:r>
              <a:t>environments/hermes_base_env.py（~715 行）：Atropos 集成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