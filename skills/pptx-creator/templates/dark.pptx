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E0E0E0"/>
                </a:solidFill>
                <a:latin typeface="SF Pro Text"/>
              </a:defRPr>
            </a:pPr>
            <a:r>
              <a:t>Subtitle goes here</a:t>
            </a:r>
          </a:p>
          <a:p>
            <a:pPr>
              <a:defRPr sz="2400">
                <a:solidFill>
                  <a:srgbClr val="E0E0E0"/>
                </a:solidFill>
                <a:latin typeface="SF Pro Text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D4FF"/>
                </a:solidFill>
                <a:latin typeface="SF Pro Display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  <a:latin typeface="SF Pro Display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First key point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Second key point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Third key point with more detail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  <a:latin typeface="SF Pro Display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  <a:latin typeface="SF Pro Display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E0E0E0">
              <a:lumMod val="20000"/>
              <a:lumOff val="80000"/>
            </a:srgbClr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00D4FF"/>
                </a:solidFill>
                <a:latin typeface="SF Pro Display"/>
              </a:defRPr>
            </a:pPr>
            <a:r>
              <a:t>"This is a powerful quote or key insight that you want to emphasize."</a:t>
            </a:r>
          </a:p>
          <a:p>
            <a:pPr algn="ctr">
              <a:defRPr sz="1800">
                <a:solidFill>
                  <a:srgbClr val="E0E0E0"/>
                </a:solidFill>
                <a:latin typeface="SF Pro Text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D4FF"/>
                </a:solidFill>
                <a:latin typeface="SF Pro Display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E0E0E0"/>
                </a:solidFill>
                <a:latin typeface="SF Pro Text"/>
              </a:defRPr>
            </a:pPr>
            <a:r>
              <a:t>Questions?</a:t>
            </a:r>
          </a:p>
          <a:p>
            <a:pPr algn="ctr">
              <a:defRPr sz="2400">
                <a:solidFill>
                  <a:srgbClr val="E0E0E0"/>
                </a:solidFill>
                <a:latin typeface="SF Pro Text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