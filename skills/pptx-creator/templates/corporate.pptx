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Subtitle goes here</a:t>
            </a:r>
          </a:p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Author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Arial"/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First key point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Second key point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Third key point with more detail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Final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  <a:latin typeface="Arial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  <a:latin typeface="Arial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0" cy="4572000"/>
          </a:xfrm>
          <a:prstGeom prst="rect">
            <a:avLst/>
          </a:prstGeom>
          <a:solidFill>
            <a:srgbClr val="333333">
              <a:lumMod val="20000"/>
              <a:lumOff val="80000"/>
            </a:srgbClr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Image description and supporting text goes here. This area can contain bullet points or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0066CC"/>
                </a:solidFill>
                <a:latin typeface="Arial"/>
              </a:defRPr>
            </a:pPr>
            <a:r>
              <a:t>"This is a powerful quote or key insight that you want to emphasize."</a:t>
            </a:r>
          </a:p>
          <a:p>
            <a:pPr algn="ctr">
              <a:defRPr sz="1800">
                <a:solidFill>
                  <a:srgbClr val="333333"/>
                </a:solidFill>
                <a:latin typeface="Arial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66C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200">
                <a:solidFill>
                  <a:srgbClr val="333333"/>
                </a:solidFill>
                <a:latin typeface="Arial"/>
              </a:defRPr>
            </a:pPr>
            <a:r>
              <a:t>Questions?</a:t>
            </a:r>
          </a:p>
          <a:p>
            <a:pPr algn="ctr">
              <a:defRPr sz="2200">
                <a:solidFill>
                  <a:srgbClr val="333333"/>
                </a:solidFill>
                <a:latin typeface="Arial"/>
              </a:defRPr>
            </a:pPr>
            <a:r>
              <a:t>contact@example.com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