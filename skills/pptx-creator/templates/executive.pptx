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 b="1">
                <a:solidFill>
                  <a:srgbClr val="1E3A5F"/>
                </a:solidFill>
                <a:latin typeface="Georgia"/>
              </a:defRPr>
            </a:pPr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2C3E50"/>
                </a:solidFill>
                <a:latin typeface="Calibri"/>
              </a:defRPr>
            </a:pPr>
            <a:r>
              <a:t>Subtitle goes here</a:t>
            </a:r>
          </a:p>
          <a:p>
            <a:pPr>
              <a:defRPr sz="2200">
                <a:solidFill>
                  <a:srgbClr val="2C3E50"/>
                </a:solidFill>
                <a:latin typeface="Calibri"/>
              </a:defRPr>
            </a:pPr>
            <a:r>
              <a:t>Author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 b="1">
                <a:solidFill>
                  <a:srgbClr val="C9A227"/>
                </a:solidFill>
                <a:latin typeface="Georgia"/>
              </a:defRPr>
            </a:pPr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1E3A5F"/>
                </a:solidFill>
                <a:latin typeface="Georgia"/>
              </a:defRPr>
            </a:pPr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  <a:latin typeface="Calibri"/>
              </a:defRPr>
            </a:pPr>
            <a:r>
              <a:t>First key point</a:t>
            </a:r>
          </a:p>
          <a:p>
            <a:pPr>
              <a:defRPr sz="1800">
                <a:solidFill>
                  <a:srgbClr val="2C3E50"/>
                </a:solidFill>
                <a:latin typeface="Calibri"/>
              </a:defRPr>
            </a:pPr>
            <a:r>
              <a:t>Second key point</a:t>
            </a:r>
          </a:p>
          <a:p>
            <a:pPr>
              <a:defRPr sz="1800">
                <a:solidFill>
                  <a:srgbClr val="2C3E50"/>
                </a:solidFill>
                <a:latin typeface="Calibri"/>
              </a:defRPr>
            </a:pPr>
            <a:r>
              <a:t>Third key point with more detail</a:t>
            </a:r>
          </a:p>
          <a:p>
            <a:pPr>
              <a:defRPr sz="1800">
                <a:solidFill>
                  <a:srgbClr val="2C3E50"/>
                </a:solidFill>
                <a:latin typeface="Calibri"/>
              </a:defRPr>
            </a:pPr>
            <a:r>
              <a:t>Final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1E3A5F"/>
                </a:solidFill>
                <a:latin typeface="Georgia"/>
              </a:defRPr>
            </a:pPr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1E3A5F"/>
                </a:solidFill>
                <a:latin typeface="Georgia"/>
              </a:defRPr>
            </a:pPr>
            <a:r>
              <a:t>Image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400800" cy="4572000"/>
          </a:xfrm>
          <a:prstGeom prst="rect">
            <a:avLst/>
          </a:prstGeom>
          <a:solidFill>
            <a:srgbClr val="2C3E50">
              <a:lumMod val="20000"/>
              <a:lumOff val="80000"/>
            </a:srgbClr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Calibri"/>
              </a:defRPr>
            </a:pPr>
            <a:r>
              <a:t>Image description and supporting text goes here. This area can contain bullet points or paragraphs.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C9A227"/>
                </a:solidFill>
                <a:latin typeface="Georgia"/>
              </a:defRPr>
            </a:pPr>
            <a:r>
              <a:t>"This is a powerful quote or key insight that you want to emphasize."</a:t>
            </a:r>
          </a:p>
          <a:p>
            <a:pPr algn="ctr">
              <a:defRPr sz="1800">
                <a:solidFill>
                  <a:srgbClr val="2C3E50"/>
                </a:solidFill>
                <a:latin typeface="Calibri"/>
              </a:defRPr>
            </a:pPr>
            <a:r>
              <a:t>— Attribution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200" b="1">
                <a:solidFill>
                  <a:srgbClr val="C9A227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200">
                <a:solidFill>
                  <a:srgbClr val="2C3E50"/>
                </a:solidFill>
                <a:latin typeface="Calibri"/>
              </a:defRPr>
            </a:pPr>
            <a:r>
              <a:t>Questions?</a:t>
            </a:r>
          </a:p>
          <a:p>
            <a:pPr algn="ctr">
              <a:defRPr sz="2200">
                <a:solidFill>
                  <a:srgbClr val="2C3E50"/>
                </a:solidFill>
                <a:latin typeface="Calibri"/>
              </a:defRPr>
            </a:pPr>
            <a:r>
              <a:t>contact@example.com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